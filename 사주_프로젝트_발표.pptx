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✨ Gemini AI 사주 풀이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4B5FD"/>
                </a:solidFill>
              </a:rPr>
              <a:t>개발 과정 &amp; 트러블슈팅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2026. 03. 15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 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🎯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</a:rPr>
              <a:t>사용자의 생년월일·시간을 입력받아 Gemini AI가 사주를 해석·풀이하는 웹 서비스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🛠 기술 스택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</a:rPr>
              <a:t>React (프론트엔드)  ·  Vercel Serverless Function (백엔드 API)  ·  Google Gemini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📁 저장소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</a:rPr>
              <a:t>GitHub — hohyun8/saju  |  Branch: claude/gemini-fortune-reader-Vofve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🌐 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</a:rPr>
              <a:t>Vercel (자동 배포 — master 브랜치 머지 시 트리거)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02  개발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프론트엔드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B5FD"/>
                </a:solidFill>
              </a:rPr>
              <a:t>React 컴포넌트로 사주 입력 폼 UI 제작
생년월일·시간 입력 → Gemini에 프롬프트 전송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보안 문제 발견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146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B5FD"/>
                </a:solidFill>
              </a:rPr>
              <a:t>클라이언트에서 직접 Gemini API 호출 → API Key 노출 위험
공개 배포 시 보안 취약점 식별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1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566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1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Serverless Function 이전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146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B5FD"/>
                </a:solidFill>
              </a:rPr>
              <a:t>Vercel Serverless Function (/api/fortune.js) 신설
API Key를 환경변수로 보호 → 클라이언트에 미노출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9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03  트러블슈팅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303520" cy="219456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</a:rPr>
              <a:t>🔴 문제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gemini-2.0-flash 모델 권한 오류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B5FD"/>
                </a:solidFill>
              </a:rPr>
              <a:t>에러: The caller does not have permission
limit: 0 → 해당 모델 사용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280160"/>
            <a:ext cx="5212080" cy="2194560"/>
          </a:xfrm>
          <a:prstGeom prst="rect">
            <a:avLst/>
          </a:prstGeom>
          <a:solidFill>
            <a:srgbClr val="1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EE7B7"/>
                </a:solidFill>
              </a:rPr>
              <a:t>🟢 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83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</a:rPr>
              <a:t>모델을 gemini-2.5-flash로 변경
(무료 티어 지원 모델 사용)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79"/>
            <a:ext cx="5303520" cy="219456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</a:rPr>
              <a:t>🔴 문제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수동 재배포 후에도 오류 지속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79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B5FD"/>
                </a:solidFill>
              </a:rPr>
              <a:t>Vercel Redeploy = 이전 코드 재실행
새 코드가 반영되지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840479"/>
            <a:ext cx="5212080" cy="2194560"/>
          </a:xfrm>
          <a:prstGeom prst="rect">
            <a:avLst/>
          </a:prstGeom>
          <a:solidFill>
            <a:srgbClr val="1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EE7B7"/>
                </a:solidFill>
              </a:rPr>
              <a:t>🟢 해결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43399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</a:rPr>
              <a:t>master 브랜치에 PR 머지 필요
→ Vercel이 새 코드로 자동 재배포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04  Vercel 배포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926080"/>
            <a:ext cx="201168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461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코드 수정
(로컬)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9E0B"/>
                </a:solidFill>
              </a:rPr>
              <a:t>▶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926080"/>
            <a:ext cx="201168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2461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feature 브랜치
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9E0B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926080"/>
            <a:ext cx="2011680" cy="1371600"/>
          </a:xfrm>
          <a:prstGeom prst="rect">
            <a:avLst/>
          </a:prstGeom>
          <a:solidFill>
            <a:srgbClr val="069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2461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GitHub PR
생성 &amp; 머지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9E0B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926080"/>
            <a:ext cx="2011680" cy="1371600"/>
          </a:xfrm>
          <a:prstGeom prst="rect">
            <a:avLst/>
          </a:prstGeom>
          <a:solidFill>
            <a:srgbClr val="069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2461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master
브랜치 업데이트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9E0B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2926080"/>
            <a:ext cx="201168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24612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Vercel
자동 재배포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</a:rPr>
              <a:t>⚠️  주의: Vercel의 [Redeploy] 버튼은 이전 코드를 재실행하므로 새 코드가 반영되지 않습니다.
반드시 master 브랜치에 PR을 머지해야 최신 코드로 재배포됩니다.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9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05  GitHub PR 머지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4B5FD"/>
                </a:solidFill>
              </a:rPr>
              <a:t>https://github.com/hohyun8/saju 접속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75104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208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208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4B5FD"/>
                </a:solidFill>
              </a:rPr>
              <a:t>상단 Pull requests 탭 클릭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0048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157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4B5FD"/>
                </a:solidFill>
              </a:rPr>
              <a:t>New pull request 버튼 클릭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64992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10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10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4B5FD"/>
                </a:solidFill>
              </a:rPr>
              <a:t>base: master  /  compare: claude/gemini-fortune-reader-Vofve  설정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59935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05655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05655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4B5FD"/>
                </a:solidFill>
              </a:rPr>
              <a:t>Create pull request 클릭 → 제목 입력 → 다시 Create pull request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79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05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00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4B5FD"/>
                </a:solidFill>
              </a:rPr>
              <a:t>PR 페이지에서 Merge pull request → Confirm merge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49824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9554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955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4B5FD"/>
                </a:solidFill>
              </a:rPr>
              <a:t>1~2분 후 Vercel 자동 재배포 완료 → 사이트 테스트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4B5FD"/>
                </a:solidFill>
              </a:rPr>
              <a:t>Gemini AI 사주 풀이 서비스 — 개발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React  ·  Vercel Serverless  ·  Google Gemini API  · 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